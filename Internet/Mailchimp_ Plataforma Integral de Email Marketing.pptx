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RmaSzd8NNx9Bs2407fJCZScp9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5.png"/><Relationship Id="rId4" Type="http://schemas.openxmlformats.org/officeDocument/2006/relationships/image" Target="../media/image141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9.png"/><Relationship Id="rId13" Type="http://schemas.openxmlformats.org/officeDocument/2006/relationships/image" Target="../media/image5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3.png"/><Relationship Id="rId4" Type="http://schemas.openxmlformats.org/officeDocument/2006/relationships/image" Target="../media/image40.png"/><Relationship Id="rId9" Type="http://schemas.openxmlformats.org/officeDocument/2006/relationships/image" Target="../media/image3.png"/><Relationship Id="rId15" Type="http://schemas.openxmlformats.org/officeDocument/2006/relationships/image" Target="../media/image39.png"/><Relationship Id="rId14" Type="http://schemas.openxmlformats.org/officeDocument/2006/relationships/image" Target="../media/image4.png"/><Relationship Id="rId16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53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7.png"/><Relationship Id="rId4" Type="http://schemas.openxmlformats.org/officeDocument/2006/relationships/image" Target="../media/image40.png"/><Relationship Id="rId9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Relationship Id="rId8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1" Type="http://schemas.openxmlformats.org/officeDocument/2006/relationships/image" Target="../media/image31.png"/><Relationship Id="rId22" Type="http://schemas.openxmlformats.org/officeDocument/2006/relationships/image" Target="../media/image50.png"/><Relationship Id="rId10" Type="http://schemas.openxmlformats.org/officeDocument/2006/relationships/image" Target="../media/image23.png"/><Relationship Id="rId21" Type="http://schemas.openxmlformats.org/officeDocument/2006/relationships/image" Target="../media/image76.png"/><Relationship Id="rId13" Type="http://schemas.openxmlformats.org/officeDocument/2006/relationships/image" Target="../media/image45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4.png"/><Relationship Id="rId4" Type="http://schemas.openxmlformats.org/officeDocument/2006/relationships/image" Target="../media/image40.png"/><Relationship Id="rId9" Type="http://schemas.openxmlformats.org/officeDocument/2006/relationships/image" Target="../media/image22.png"/><Relationship Id="rId15" Type="http://schemas.openxmlformats.org/officeDocument/2006/relationships/image" Target="../media/image44.png"/><Relationship Id="rId14" Type="http://schemas.openxmlformats.org/officeDocument/2006/relationships/image" Target="../media/image52.png"/><Relationship Id="rId17" Type="http://schemas.openxmlformats.org/officeDocument/2006/relationships/image" Target="../media/image42.png"/><Relationship Id="rId16" Type="http://schemas.openxmlformats.org/officeDocument/2006/relationships/image" Target="../media/image34.png"/><Relationship Id="rId5" Type="http://schemas.openxmlformats.org/officeDocument/2006/relationships/image" Target="../media/image27.png"/><Relationship Id="rId19" Type="http://schemas.openxmlformats.org/officeDocument/2006/relationships/image" Target="../media/image35.png"/><Relationship Id="rId6" Type="http://schemas.openxmlformats.org/officeDocument/2006/relationships/image" Target="../media/image30.png"/><Relationship Id="rId18" Type="http://schemas.openxmlformats.org/officeDocument/2006/relationships/image" Target="../media/image46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77.png"/><Relationship Id="rId11" Type="http://schemas.openxmlformats.org/officeDocument/2006/relationships/image" Target="../media/image55.png"/><Relationship Id="rId10" Type="http://schemas.openxmlformats.org/officeDocument/2006/relationships/image" Target="../media/image58.png"/><Relationship Id="rId13" Type="http://schemas.openxmlformats.org/officeDocument/2006/relationships/image" Target="../media/image60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7.png"/><Relationship Id="rId4" Type="http://schemas.openxmlformats.org/officeDocument/2006/relationships/image" Target="../media/image40.png"/><Relationship Id="rId9" Type="http://schemas.openxmlformats.org/officeDocument/2006/relationships/image" Target="../media/image57.png"/><Relationship Id="rId15" Type="http://schemas.openxmlformats.org/officeDocument/2006/relationships/image" Target="../media/image61.png"/><Relationship Id="rId14" Type="http://schemas.openxmlformats.org/officeDocument/2006/relationships/image" Target="../media/image51.png"/><Relationship Id="rId17" Type="http://schemas.openxmlformats.org/officeDocument/2006/relationships/image" Target="../media/image63.png"/><Relationship Id="rId16" Type="http://schemas.openxmlformats.org/officeDocument/2006/relationships/image" Target="../media/image35.png"/><Relationship Id="rId5" Type="http://schemas.openxmlformats.org/officeDocument/2006/relationships/image" Target="../media/image43.png"/><Relationship Id="rId19" Type="http://schemas.openxmlformats.org/officeDocument/2006/relationships/image" Target="../media/image104.png"/><Relationship Id="rId6" Type="http://schemas.openxmlformats.org/officeDocument/2006/relationships/image" Target="../media/image64.png"/><Relationship Id="rId18" Type="http://schemas.openxmlformats.org/officeDocument/2006/relationships/image" Target="../media/image56.png"/><Relationship Id="rId7" Type="http://schemas.openxmlformats.org/officeDocument/2006/relationships/image" Target="../media/image62.png"/><Relationship Id="rId8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1.png"/><Relationship Id="rId10" Type="http://schemas.openxmlformats.org/officeDocument/2006/relationships/image" Target="../media/image84.png"/><Relationship Id="rId13" Type="http://schemas.openxmlformats.org/officeDocument/2006/relationships/image" Target="../media/image74.png"/><Relationship Id="rId1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6.png"/><Relationship Id="rId4" Type="http://schemas.openxmlformats.org/officeDocument/2006/relationships/image" Target="../media/image40.png"/><Relationship Id="rId9" Type="http://schemas.openxmlformats.org/officeDocument/2006/relationships/image" Target="../media/image68.png"/><Relationship Id="rId15" Type="http://schemas.openxmlformats.org/officeDocument/2006/relationships/image" Target="../media/image75.png"/><Relationship Id="rId14" Type="http://schemas.openxmlformats.org/officeDocument/2006/relationships/image" Target="../media/image85.png"/><Relationship Id="rId5" Type="http://schemas.openxmlformats.org/officeDocument/2006/relationships/image" Target="../media/image73.png"/><Relationship Id="rId6" Type="http://schemas.openxmlformats.org/officeDocument/2006/relationships/image" Target="../media/image79.png"/><Relationship Id="rId7" Type="http://schemas.openxmlformats.org/officeDocument/2006/relationships/image" Target="../media/image66.png"/><Relationship Id="rId8" Type="http://schemas.openxmlformats.org/officeDocument/2006/relationships/image" Target="../media/image70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6.png"/><Relationship Id="rId10" Type="http://schemas.openxmlformats.org/officeDocument/2006/relationships/image" Target="../media/image88.png"/><Relationship Id="rId13" Type="http://schemas.openxmlformats.org/officeDocument/2006/relationships/image" Target="../media/image91.png"/><Relationship Id="rId1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0.png"/><Relationship Id="rId4" Type="http://schemas.openxmlformats.org/officeDocument/2006/relationships/image" Target="../media/image40.png"/><Relationship Id="rId9" Type="http://schemas.openxmlformats.org/officeDocument/2006/relationships/image" Target="../media/image89.png"/><Relationship Id="rId14" Type="http://schemas.openxmlformats.org/officeDocument/2006/relationships/image" Target="../media/image96.png"/><Relationship Id="rId5" Type="http://schemas.openxmlformats.org/officeDocument/2006/relationships/image" Target="../media/image87.png"/><Relationship Id="rId6" Type="http://schemas.openxmlformats.org/officeDocument/2006/relationships/image" Target="../media/image81.png"/><Relationship Id="rId7" Type="http://schemas.openxmlformats.org/officeDocument/2006/relationships/image" Target="../media/image86.png"/><Relationship Id="rId8" Type="http://schemas.openxmlformats.org/officeDocument/2006/relationships/image" Target="../media/image90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9.png"/><Relationship Id="rId22" Type="http://schemas.openxmlformats.org/officeDocument/2006/relationships/image" Target="../media/image127.png"/><Relationship Id="rId21" Type="http://schemas.openxmlformats.org/officeDocument/2006/relationships/image" Target="../media/image135.png"/><Relationship Id="rId24" Type="http://schemas.openxmlformats.org/officeDocument/2006/relationships/image" Target="../media/image129.png"/><Relationship Id="rId23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8.png"/><Relationship Id="rId4" Type="http://schemas.openxmlformats.org/officeDocument/2006/relationships/image" Target="../media/image40.png"/><Relationship Id="rId9" Type="http://schemas.openxmlformats.org/officeDocument/2006/relationships/image" Target="../media/image99.png"/><Relationship Id="rId26" Type="http://schemas.openxmlformats.org/officeDocument/2006/relationships/image" Target="../media/image134.png"/><Relationship Id="rId25" Type="http://schemas.openxmlformats.org/officeDocument/2006/relationships/image" Target="../media/image124.png"/><Relationship Id="rId28" Type="http://schemas.openxmlformats.org/officeDocument/2006/relationships/image" Target="../media/image126.png"/><Relationship Id="rId27" Type="http://schemas.openxmlformats.org/officeDocument/2006/relationships/image" Target="../media/image132.png"/><Relationship Id="rId5" Type="http://schemas.openxmlformats.org/officeDocument/2006/relationships/image" Target="../media/image112.png"/><Relationship Id="rId6" Type="http://schemas.openxmlformats.org/officeDocument/2006/relationships/image" Target="../media/image95.png"/><Relationship Id="rId29" Type="http://schemas.openxmlformats.org/officeDocument/2006/relationships/image" Target="../media/image137.png"/><Relationship Id="rId7" Type="http://schemas.openxmlformats.org/officeDocument/2006/relationships/image" Target="../media/image92.png"/><Relationship Id="rId8" Type="http://schemas.openxmlformats.org/officeDocument/2006/relationships/image" Target="../media/image108.png"/><Relationship Id="rId31" Type="http://schemas.openxmlformats.org/officeDocument/2006/relationships/image" Target="../media/image131.png"/><Relationship Id="rId30" Type="http://schemas.openxmlformats.org/officeDocument/2006/relationships/image" Target="../media/image133.png"/><Relationship Id="rId11" Type="http://schemas.openxmlformats.org/officeDocument/2006/relationships/image" Target="../media/image115.png"/><Relationship Id="rId10" Type="http://schemas.openxmlformats.org/officeDocument/2006/relationships/image" Target="../media/image103.png"/><Relationship Id="rId32" Type="http://schemas.openxmlformats.org/officeDocument/2006/relationships/image" Target="../media/image136.png"/><Relationship Id="rId13" Type="http://schemas.openxmlformats.org/officeDocument/2006/relationships/image" Target="../media/image122.png"/><Relationship Id="rId12" Type="http://schemas.openxmlformats.org/officeDocument/2006/relationships/image" Target="../media/image105.png"/><Relationship Id="rId15" Type="http://schemas.openxmlformats.org/officeDocument/2006/relationships/image" Target="../media/image111.png"/><Relationship Id="rId14" Type="http://schemas.openxmlformats.org/officeDocument/2006/relationships/image" Target="../media/image123.png"/><Relationship Id="rId17" Type="http://schemas.openxmlformats.org/officeDocument/2006/relationships/image" Target="../media/image114.png"/><Relationship Id="rId16" Type="http://schemas.openxmlformats.org/officeDocument/2006/relationships/image" Target="../media/image117.png"/><Relationship Id="rId19" Type="http://schemas.openxmlformats.org/officeDocument/2006/relationships/image" Target="../media/image128.png"/><Relationship Id="rId18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4500" y="2676525"/>
            <a:ext cx="1143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7840" y="6362700"/>
            <a:ext cx="225936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2438400" y="1914525"/>
            <a:ext cx="731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Mailchimp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706880" y="2924175"/>
            <a:ext cx="87782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Plataforma Integral de Email Marketing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438400" y="3609975"/>
            <a:ext cx="7315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herramienta completa para enviar correos masivos, gestionar audiencias, automatizar mensajes y analizar resultados de marketing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47028" y="4752975"/>
            <a:ext cx="129248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Email Marketing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740265" y="4752975"/>
            <a:ext cx="17848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Gestión de Audiencias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729710" y="4752975"/>
            <a:ext cx="12465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Automatización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78847" y="4752975"/>
            <a:ext cx="60918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9627840" y="6362700"/>
            <a:ext cx="27112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Mailchimp | 2023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8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914525"/>
            <a:ext cx="36576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9300" y="21431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67200" y="1914525"/>
            <a:ext cx="36576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21431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1914525"/>
            <a:ext cx="36576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44075" y="21431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1000" y="3933825"/>
            <a:ext cx="36576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971675" y="41624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67200" y="3933825"/>
            <a:ext cx="36576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05500" y="4162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53400" y="3933825"/>
            <a:ext cx="36576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767888" y="41624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81000" y="6029325"/>
            <a:ext cx="11430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33400" y="6181725"/>
            <a:ext cx="2190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457200" y="238125"/>
            <a:ext cx="45802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Mailchimp?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81000" y="1238250"/>
            <a:ext cx="13716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Mailchimp es una herramienta online que permite a empresas, emprendedores y creadores: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162541" y="2676525"/>
            <a:ext cx="209436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Email Marketing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09600" y="301942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Enviar correos masivos y gestionar campañas de email efectivas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719414" y="2676525"/>
            <a:ext cx="27530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Gestión de Contactos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495800" y="301942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Organizar y segmentar listas de contactos de manera sencilla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978518" y="2676525"/>
            <a:ext cx="200721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Automatización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382000" y="301942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Configurar flujos automáticos para mensajes personalizados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269162" y="4695825"/>
            <a:ext cx="18811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Landing Pages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09600" y="503872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Crear páginas optimizadas para captar emails sin programar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595402" y="4695825"/>
            <a:ext cx="100119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495800" y="503872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Medir resultados y optimizar estrategias de marketing con métricas detalladas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192994" y="4695825"/>
            <a:ext cx="15784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E-commerce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382000" y="503872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Integraciones con plataformas de comercio electrónico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66775" y="6181725"/>
            <a:ext cx="117616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¡Importante!</a:t>
            </a:r>
            <a:r>
              <a:rPr b="0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Mailchimp es muy usado porque es intuitiva, potente y ofrece un plan gratuito ideal para empezar.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8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238250"/>
            <a:ext cx="5562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146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000" y="3243263"/>
            <a:ext cx="55626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347186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000" y="5019675"/>
            <a:ext cx="55626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9600" y="52482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48400" y="1619250"/>
            <a:ext cx="55626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4791075"/>
            <a:ext cx="5562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50196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457200" y="238125"/>
            <a:ext cx="64615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Funcionalidades Principales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143000" y="146685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Email Marketing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143000" y="180975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Editor visual </a:t>
            </a:r>
            <a:r>
              <a:rPr b="1" i="0" lang="en-US" sz="1200" u="none" cap="none" strike="noStrike">
                <a:solidFill>
                  <a:srgbClr val="99C262"/>
                </a:solidFill>
                <a:latin typeface="Arial"/>
                <a:ea typeface="Arial"/>
                <a:cs typeface="Arial"/>
                <a:sym typeface="Arial"/>
              </a:rPr>
              <a:t>"drag &amp; drop"</a:t>
            </a: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para crear correos profesionales sin conocimientos de programación. Plantillas prediseñadas y personalización avanzada con nombre, ubicación e intereses.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238250" y="3471863"/>
            <a:ext cx="5372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Gestión de Audiencias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238250" y="3814763"/>
            <a:ext cx="4476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Organiza contactos en audiencias, crea segmentos por edad, comportamiento, ubicación y compras. Etiqueta contactos con tags para una gestión más precisa.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238250" y="5248275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Landing Pages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238250" y="5591175"/>
            <a:ext cx="4476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Crea páginas optimizadas para captar emails sin necesidad de saber programar. Integración directa con tus audiencias para un seguimiento efectivo.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248400" y="1238250"/>
            <a:ext cx="5562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Editor Visual de Correos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105650" y="5019675"/>
            <a:ext cx="5372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Automatización de Campañas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105650" y="5362575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Configura flujos automáticos para mensajes personalizados basados en comportamientos (clics, compras, visitas) con reglas del tipo: </a:t>
            </a:r>
            <a:r>
              <a:rPr b="1" i="0" lang="en-US" sz="1200" u="none" cap="none" strike="noStrike">
                <a:solidFill>
                  <a:srgbClr val="99C262"/>
                </a:solidFill>
                <a:latin typeface="Arial"/>
                <a:ea typeface="Arial"/>
                <a:cs typeface="Arial"/>
                <a:sym typeface="Arial"/>
              </a:rPr>
              <a:t>"Si pasa X → entonces enviar Y"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18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2381250"/>
            <a:ext cx="56769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25336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266700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800" y="3600450"/>
            <a:ext cx="56769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" y="37528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7225" y="3886200"/>
            <a:ext cx="1714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04800" y="4819650"/>
            <a:ext cx="56769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49720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0075" y="5105400"/>
            <a:ext cx="2857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0300" y="1924050"/>
            <a:ext cx="56769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2700" y="20764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34150" y="220980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10300" y="3600450"/>
            <a:ext cx="2781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324600" y="3714750"/>
            <a:ext cx="1428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105900" y="3600450"/>
            <a:ext cx="2781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220200" y="3714750"/>
            <a:ext cx="1809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210300" y="4210050"/>
            <a:ext cx="2781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324600" y="4324350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105900" y="4210050"/>
            <a:ext cx="2781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220200" y="4324350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p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04800" y="6115050"/>
            <a:ext cx="11582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8" name="Google Shape;118;p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57200" y="6362700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457200" y="238125"/>
            <a:ext cx="90223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Gestión de Audiencias y Segmentación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04800" y="1162050"/>
            <a:ext cx="1158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Mailchimp organiza los contactos en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audiencias</a:t>
            </a: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para que puedas gestionar y segmentar tu público objetivo de manera efectiva.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04800" y="1924050"/>
            <a:ext cx="68122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Segmentación Avanzada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181100" y="2533650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Comportamiento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181100" y="283845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Segmenta por actividades anteriores, interacciones con correos y comportamientos en sitios 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181100" y="3752850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Ubicación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181100" y="405765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Filtra por país, región, ciudad o código postal para campañas geolocalizadas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181100" y="4972050"/>
            <a:ext cx="55778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Características Demográficas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181100" y="527685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Segmenta por edad, género, intereses y otras características personales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086600" y="2076450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Etiquetado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086600" y="238125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Añade etiquetas a los contactos para organizarlos y encontrarlos fácilmente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210300" y="3143250"/>
            <a:ext cx="68122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Importación de Contactos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581775" y="3733800"/>
            <a:ext cx="103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Excel / CSV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515475" y="3733800"/>
            <a:ext cx="15098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Google Contacts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657975" y="4343400"/>
            <a:ext cx="680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Shopify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9553575" y="4343400"/>
            <a:ext cx="13866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WooCommerce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62000" y="626745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Mailchimp cobra por contactos almacenados, no por correos enviados. Esto significa que puedes enviar tantos correos como necesites desde tu lista de contactos.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3600" y="2181225"/>
            <a:ext cx="21336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6088" y="23336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5800" y="26193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0" y="2085975"/>
            <a:ext cx="2133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43600" y="2238375"/>
            <a:ext cx="304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91400" y="26193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4800" y="2181225"/>
            <a:ext cx="21336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20150" y="2333625"/>
            <a:ext cx="3429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1000" y="4219575"/>
            <a:ext cx="4667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5300" y="433387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10300" y="4219575"/>
            <a:ext cx="4476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4" name="Google Shape;154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24600" y="4333875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5" name="Google Shape;155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81000" y="4943475"/>
            <a:ext cx="4476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6" name="Google Shape;156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95300" y="5057775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210300" y="4943475"/>
            <a:ext cx="4000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324600" y="5057775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81000" y="5667375"/>
            <a:ext cx="114300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33400" y="5895975"/>
            <a:ext cx="219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/>
          <p:nvPr/>
        </p:nvSpPr>
        <p:spPr>
          <a:xfrm>
            <a:off x="457200" y="238125"/>
            <a:ext cx="81233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Automatización y Flujos de Trabajo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81000" y="123825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Mailchimp te permite crear flujos automáticos de correos basados en el comportamiento del usuario y reglas personalizables.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286000" y="2790825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103120" y="3019425"/>
            <a:ext cx="21945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Realiza una acción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181600" y="2695575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181600" y="2924175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Si pasa X, entonces enviar 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8077200" y="2790825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894320" y="3019425"/>
            <a:ext cx="21945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Mensaje automático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81000" y="3762375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Ejemplos de automatización: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000125" y="4219575"/>
            <a:ext cx="445698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Email de bienvenida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000125" y="4486275"/>
            <a:ext cx="44569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Automático cuando un nuevo usuario se registra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810375" y="4219575"/>
            <a:ext cx="31895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Serie educativa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810375" y="4486275"/>
            <a:ext cx="38274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Correos consecutivos con información útil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981075" y="4943475"/>
            <a:ext cx="38123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Carrito abandonado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981075" y="5210175"/>
            <a:ext cx="45748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Recordatorio cuando el usuario abandona compra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762750" y="4943475"/>
            <a:ext cx="39229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Fechas especiales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762750" y="5210175"/>
            <a:ext cx="39229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Mensajes personalizados para cumpleaños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904875" y="5819775"/>
            <a:ext cx="878085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Sistema de reglas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904875" y="6086475"/>
            <a:ext cx="105370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"Si pasa X → entonces enviar Y" permite automatizar mensajes personalizados según comportamiento del usuario.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5" name="Google Shape;1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" y="1504950"/>
            <a:ext cx="3810000" cy="914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1657350"/>
            <a:ext cx="295275" cy="258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91000" y="1504950"/>
            <a:ext cx="3810000" cy="914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43400" y="1657350"/>
            <a:ext cx="161925" cy="258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1504950"/>
            <a:ext cx="3810000" cy="914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05800" y="1657350"/>
            <a:ext cx="257175" cy="258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" y="2571601"/>
            <a:ext cx="3810000" cy="914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1000" y="2724001"/>
            <a:ext cx="323850" cy="258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91000" y="2571601"/>
            <a:ext cx="3810000" cy="914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3400" y="2724001"/>
            <a:ext cx="257175" cy="258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2571601"/>
            <a:ext cx="3810000" cy="914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05800" y="2724001"/>
            <a:ext cx="295275" cy="258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28600" y="3638252"/>
            <a:ext cx="57150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48400" y="3638252"/>
            <a:ext cx="57150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362700" y="4114502"/>
            <a:ext cx="54864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/>
          <p:nvPr/>
        </p:nvSpPr>
        <p:spPr>
          <a:xfrm>
            <a:off x="457200" y="238125"/>
            <a:ext cx="815834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y Métricas de Rendimiento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28600" y="1085850"/>
            <a:ext cx="140817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Mailchimp ofrece estadísticas para medir el éxito de tus campañas.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52475" y="1676251"/>
            <a:ext cx="21963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Tasa de Apertura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81000" y="2038201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Porcentaje de emails leídos.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581525" y="1676251"/>
            <a:ext cx="16450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Tasa de Clics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343400" y="2038201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Proporción de personas que hicieron clic.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639175" y="1676251"/>
            <a:ext cx="105227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Rebotes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8305800" y="2038201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Emails que no se entregaron.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781050" y="2742902"/>
            <a:ext cx="183272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Cancelaciones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81000" y="3104852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Personas que se dieron de baja.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676775" y="2742902"/>
            <a:ext cx="15746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Conversions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343400" y="3104852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Acciones que valen la pena.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677275" y="2742902"/>
            <a:ext cx="190970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Mapas de Clics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8305800" y="3104852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Visualiza dónde hicieron clic.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42900" y="3752552"/>
            <a:ext cx="65836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Optimización basada en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42900" y="4057352"/>
            <a:ext cx="65836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Mejora campañas con base en resultados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42900" y="4285952"/>
            <a:ext cx="65836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Identifica patrones de comportamiento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42900" y="4514552"/>
            <a:ext cx="65836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Ajusta estrategias según rendimiento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362700" y="3752552"/>
            <a:ext cx="548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Visualización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6" name="Google Shape;2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7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2228850"/>
            <a:ext cx="56388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2571750"/>
            <a:ext cx="2476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4800" y="3409950"/>
            <a:ext cx="56388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" y="3752850"/>
            <a:ext cx="2857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4800" y="4591050"/>
            <a:ext cx="56388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" y="49339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48400" y="1962150"/>
            <a:ext cx="30480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5" name="Google Shape;235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48400" y="2800350"/>
            <a:ext cx="27622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48400" y="3638550"/>
            <a:ext cx="27622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48400" y="4476750"/>
            <a:ext cx="56388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8" name="Google Shape;238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48400" y="4476750"/>
            <a:ext cx="56388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"/>
          <p:cNvSpPr/>
          <p:nvPr/>
        </p:nvSpPr>
        <p:spPr>
          <a:xfrm>
            <a:off x="457200" y="238125"/>
            <a:ext cx="126892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Integraciones E-commerce y Herramientas Adicionales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04800" y="1162050"/>
            <a:ext cx="67665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Integraciones E-commerce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04800" y="161925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Mailchimp se conecta directamente con tus plataformas de comercio electrónico para una gestión integral de tu tienda online.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857250" y="2381250"/>
            <a:ext cx="4933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Shopify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57250" y="2647950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Integración nativa con Shopify para gestionar todos los aspectos de tu tienda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95350" y="3562350"/>
            <a:ext cx="4895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WooCommerce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95350" y="3829050"/>
            <a:ext cx="4895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Conecta tu tienda WooCommerce con Mailchimp para automatizar campañas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933450" y="4743450"/>
            <a:ext cx="485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BigCommerce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933450" y="5010150"/>
            <a:ext cx="485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Sincronización automática de productos y ventas con BigCommerce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248400" y="1162050"/>
            <a:ext cx="5638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Funciones Especializadas para Tiendas Online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667500" y="1924050"/>
            <a:ext cx="62636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Emails de Carrito Abandonado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667500" y="2190750"/>
            <a:ext cx="521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Recuerda a los clientes que dejaron productos en el carrito sin completar la compra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638925" y="2762250"/>
            <a:ext cx="629793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Recomendaciones de Productos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638925" y="3028950"/>
            <a:ext cx="5248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Sugiere productos relacionados basados en el comportamiento del 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638925" y="3600450"/>
            <a:ext cx="5248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Seguimiento de Ventas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638925" y="3867150"/>
            <a:ext cx="5248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Monitorea el rendimiento de tus campañas de marketing en tiempo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0" name="Google Shape;2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56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1581150"/>
            <a:ext cx="27813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17907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24003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26289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38500" y="1581150"/>
            <a:ext cx="27813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0900" y="1790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0900" y="24003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0900" y="26289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72200" y="1581150"/>
            <a:ext cx="27813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24600" y="17907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24600" y="24003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24600" y="26289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4" name="Google Shape;274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05900" y="1581150"/>
            <a:ext cx="27813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58300" y="17907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58300" y="24003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58300" y="26289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04800" y="3181350"/>
            <a:ext cx="56769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57200" y="33718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0" name="Google Shape;280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7200" y="37528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7200" y="40576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2" name="Google Shape;282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7200" y="43624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7200" y="46672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4" name="Google Shape;284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7200" y="49720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" name="Google Shape;285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210300" y="3181350"/>
            <a:ext cx="56769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362700" y="33718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362700" y="37528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362700" y="40576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362700" y="43624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" name="Google Shape;290;p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04800" y="5619750"/>
            <a:ext cx="115824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1" name="Google Shape;291;p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92832" y="6200775"/>
            <a:ext cx="139972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2" name="Google Shape;292;p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07132" y="63055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3" name="Google Shape;293;p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487811" y="6200775"/>
            <a:ext cx="1690688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4" name="Google Shape;294;p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602111" y="63055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5" name="Google Shape;295;p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273748" y="6200775"/>
            <a:ext cx="2913608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6" name="Google Shape;296;p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388048" y="630555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7" name="Google Shape;297;p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282607" y="6200775"/>
            <a:ext cx="165541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8" name="Google Shape;298;p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396907" y="630555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9" name="Google Shape;299;p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9033272" y="6200775"/>
            <a:ext cx="2165896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8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9147572" y="63055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8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5520630" y="6677025"/>
            <a:ext cx="115073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8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634930" y="67818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/>
          <p:nvPr/>
        </p:nvSpPr>
        <p:spPr>
          <a:xfrm>
            <a:off x="457200" y="238125"/>
            <a:ext cx="786401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Planes, Precios y Evaluación Final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04800" y="1162050"/>
            <a:ext cx="1158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Planes Disponibles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704850" y="1733550"/>
            <a:ext cx="7784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Gratis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57200" y="2114550"/>
            <a:ext cx="2971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Ideal para empezar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38150" y="2381250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Limitado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38150" y="2609850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Para principiantes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619500" y="1733550"/>
            <a:ext cx="13024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Essentials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390900" y="211455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Paquete básico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3371850" y="2381250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Email marketing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371850" y="2609850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Gestión de contactos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572250" y="1733550"/>
            <a:ext cx="11853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324600" y="2114550"/>
            <a:ext cx="2971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Paquete intermedio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305550" y="2381250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Automatización avanzada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305550" y="2609850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Tests A/B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9505950" y="1733550"/>
            <a:ext cx="11528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Premium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9258300" y="2114550"/>
            <a:ext cx="2971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Paquete completo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9239250" y="2381250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Soporte prioritario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9239250" y="2609850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Integraciones premium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723900" y="3333750"/>
            <a:ext cx="5372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704850" y="3714750"/>
            <a:ext cx="3095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Fácil de usar con interfaz intuitiva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704850" y="4019550"/>
            <a:ext cx="45432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Muy completo con todas las funciones necesarias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704850" y="4324350"/>
            <a:ext cx="31984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Buen diseño de correos responsive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704850" y="4629150"/>
            <a:ext cx="40622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Muchas integraciones con otras plataformas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704850" y="4933950"/>
            <a:ext cx="45416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tanto para principiantes como profesionales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6629400" y="3333750"/>
            <a:ext cx="5372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6610350" y="3714750"/>
            <a:ext cx="39626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Puede volverse caro con muchos contactos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6610350" y="4019550"/>
            <a:ext cx="48466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Automatizaciones avanzadas solo en planes de pago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6610350" y="4324350"/>
            <a:ext cx="30389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Soporte limitado en plan gratuito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57200" y="5772150"/>
            <a:ext cx="1127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Para quién es ideal Mailchimp: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1335732" y="6200775"/>
            <a:ext cx="167967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Estudiantes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2811661" y="6200775"/>
            <a:ext cx="20288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Emprendedores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578548" y="6200775"/>
            <a:ext cx="34963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Pequeñas y Medianas Empresas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7644557" y="6200775"/>
            <a:ext cx="19864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Tiendas Online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9414272" y="6200775"/>
            <a:ext cx="259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Proyectos Educativos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5863530" y="6677025"/>
            <a:ext cx="13808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Startups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2026-01-15T17:29:53Z</dcterms:created>
  <dc:creator>PptxGenJS</dc:creator>
</cp:coreProperties>
</file>